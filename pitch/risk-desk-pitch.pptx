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секунд: кто мы, что покажем. Дальше — проблема, решение, как считаем, что уже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проблема не в отсутствии данных, а в отсутствии приоритета и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экран закрывает все три вопроса кейса. Показать, что это не набор графиков, а маршрут к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решение объяснимо и настраивается без кода. Формула денег — на слайде, чтобы не выглядеть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любимый вопрос жюри. Отвечаем прямо: данных для ML нет, и мы не притворяемся.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живой путь: клиент 6 → причина → письмо. Это то, чего нет у типичного дашборда.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Бонусный пункт кейса: график оттока. Показать, что факт и прогноз не смешаны, и честно сказать про отсутствие дат удаления.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добиваем инженерные критерии: Docker, тесты, метрики, auth,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честно про ограничения и одна фраза-позиционирование. Дальше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182D48"/>
                </a:solidFill>
                <a:latin typeface="Inter"/>
              </a:rPr>
              <a:t>Кому звонить сегодня — и что ему сказать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43400"/>
            <a:ext cx="128016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Панель маркетолога: приоритет клиентов, причины риска и деньги под угрозой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FastAPI · React · SQLite · один Docker-образ · 441 тест ·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Данные есть, приоритета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Маркетолог видит статусы услуг, но не знает, кто из клиентов уйдёт первым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В данных нет истории статусов и дат удаления — обучать ML не на чем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Каждое непродление — прямые деньги: в демо-снимке 67,53 € платежей под риском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Отчёт «вот таблица» не отвечает на вопрос «что делать сейчас»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240280"/>
            <a:ext cx="4114800" cy="306324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4871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ДЕМО-СНИМОК, 10 КЛИЕНТОВ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20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платежей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0690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3 из 10 — высокий риск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21,56 € — ожидаемые потери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Три вопроса — три ответа в одном экране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21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Кому звонить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146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Рейтинг с фильтрами по уровню и срочности, сортировка и экспорт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55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Почему риск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490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Причина одной фразой, раскрываемые факты, вклад каждого признака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Сколько теряем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834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Деньги по ближайшим платежам и готовое письмо клиенту</a:t>
            </a:r>
          </a:p>
        </p:txBody>
      </p:sp>
      <p:pic>
        <p:nvPicPr>
          <p:cNvPr id="17" name="Picture 16" descr="02-overview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627049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СЕМЬ ПРИЗНАКОВ И ВЕСА (МЕНЯЮТСЯ В ПАНЕЛИ)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Срочность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Нехватка денег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Автопродление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Статус услуги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История неоплат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Лояльность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+ новый признак: доля услуг без автопродления, вес 0,00 — прежние оценки не меняются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2628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Score 0–100 · уровни 40/70 · prolong_wait и устаревшие статусы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получают минимум 70, blocked — 60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2148840"/>
            <a:ext cx="4617720" cy="356616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2377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ДЕНЬГИ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2743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Exo 2"/>
              </a:rPr>
              <a:t>P(score) × price × (1 − 0,5 × покрытие)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383280"/>
            <a:ext cx="4069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Считаем от ближайшего платежа, а не от суммы транзакции. Баланс снижает потерю максимум наполовину: деньги отложены, но клиент всё равно может уйти.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Пример: 5,50 € через 2 дня, баланс 3,00 € → score 89, ожидаемые потери 6,44 €.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ЧЕСТНОСТЬ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Почему не ML — и почему это сильная сторона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В данных нет меток «ушёл / остался» и истории статусов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обучать не на чем: 10 записей дадут подгонку, а не прогноз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Score — экспертная шкала, а не статистическая вероятность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P(score) — соглашение, оно подписано и в интерфейсе, и в API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Зато причины видно, веса можно оспорить и изменить в панели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Когда появятся исходы, шкала калибруется — архитектура не меняется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194560"/>
            <a:ext cx="429768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Inter"/>
              </a:rPr>
              <a:t>ЧЕГО МЫ НЕ ДЕЛАЕМ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92608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обещаем точность прогноза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называем деньги гарантированным убытком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показываем тренды, которых нет в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Из анализа — в письмо клиенту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Черновик письма под 7 ситуаций — от нехватки денег до блокировки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Суммы, сроки и услуга подставляются из расчёта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Копирование и mailto: — отправляет маркетолог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Веса меняются без перезагрузки, метрики сходятся с UI</a:t>
            </a:r>
          </a:p>
        </p:txBody>
      </p:sp>
      <p:pic>
        <p:nvPicPr>
          <p:cNvPr id="9" name="Picture 8" descr="04-custom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83080"/>
            <a:ext cx="3017520" cy="3396806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pic>
        <p:nvPicPr>
          <p:cNvPr id="10" name="Picture 9" descr="10-email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3017520" cy="1885950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ПРОГНОЗ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Когда наступит отток: факт и прогноз разделены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589520" cy="3828521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732520" y="2148840"/>
            <a:ext cx="2834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Слева — факт по снимку: срок истёк, услуга не продлена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Справа — прогноз: срок истекает, вероятность взята из score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Исторических удалений нет: в данных нет даты удаления — говорим прямо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ИНЖЕНЕРИЯ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Одна команда — и проверки машиной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1 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docker compose up --build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12 секунд до healthz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441 тест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backend + генератор данных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9 e2e в браузере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pytest, сборка, OpenAPI,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compose и docker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OIDC + PKCE, Keycloak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в отдельном оверлее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39"/>
            <a:ext cx="5852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10 000 клиентов: пересчёт 3,1 с, список p95 24 мс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Prometheus /metrics и Swagger /api/v1/docs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Настройки и снимок переживают перезапуск</a:t>
            </a:r>
          </a:p>
        </p:txBody>
      </p:sp>
      <p:pic>
        <p:nvPicPr>
          <p:cNvPr id="21" name="Picture 20" descr="11-login-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794760"/>
            <a:ext cx="3703320" cy="231457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ГРАНИЦЫ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Что мы знаем про свои ограничения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10 клиентов в демо-данных — для «топ-клиентов» мало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Нет истории статусов: прогноза оттока во времени нет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Деньги — оценка ближайших платежей, не месячная выручка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Дальше: накопление снапшотов, калибровка на исходах, Grafana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Риск превращается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в действие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Репозиторий и инструкция для запуска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в docs/JURY.md — три минуты до панели.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