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Бонусный пункт кейса: график оттока. Показать, что факт и прогноз не смешаны, и честно сказать про отсутствие дат удаления.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422 теста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627049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ШЕСТЬ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6746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ПРОГНОЗ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Когда наступит отток: факт и прогноз разделены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589520" cy="3828521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32520" y="214884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Слева — факт по снимку: срок истёк, услуга не продлена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Справа — прогноз: срок истекает, вероятность взята из score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Исторических удалений нет: в данных нет даты удаления — говорим прямо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422 теста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7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10 000 клиентов: пересчёт 3,1 с, список p95 24 мс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